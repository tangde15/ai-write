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5" userDrawn="1">
          <p15:clr>
            <a:srgbClr val="A4A3A4"/>
          </p15:clr>
        </p15:guide>
        <p15:guide id="2" pos="384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95"/>
        <p:guide pos="3841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65.xml"/><Relationship Id="rId3" Type="http://schemas.openxmlformats.org/officeDocument/2006/relationships/image" Target="../media/image1.jpeg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5" name="图片 4" descr="微信图片_20251021222149_283_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2840" y="0"/>
            <a:ext cx="4845685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灿烂星空</cp:lastModifiedBy>
  <cp:revision>157</cp:revision>
  <dcterms:created xsi:type="dcterms:W3CDTF">2019-06-19T02:08:00Z</dcterms:created>
  <dcterms:modified xsi:type="dcterms:W3CDTF">2025-12-07T10:22:43Z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BE6893965E55457CB8F81561496E8883_11</vt:lpwstr>
  </property>
</Properties>
</file>