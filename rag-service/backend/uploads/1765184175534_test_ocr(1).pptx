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微信图片_20251021222149_283_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2840" y="0"/>
            <a:ext cx="4845685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灿烂星空</cp:lastModifiedBy>
  <cp:revision>158</cp:revision>
  <dcterms:created xsi:type="dcterms:W3CDTF">2019-06-19T02:08:00Z</dcterms:created>
  <dcterms:modified xsi:type="dcterms:W3CDTF">2025-12-07T16:12:28Z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C9FE0A25FBC34983995F9D7534C35706_13</vt:lpwstr>
  </property>
</Properties>
</file>